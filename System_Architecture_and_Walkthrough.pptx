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CTH Enterprise Application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Architecture, Modules &amp; Walkthrough</a:t>
            </a:r>
          </a:p>
          <a:p>
            <a:r>
              <a:t>Java 21 | Spring Boot 3.2.5 | Multi-DB Support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&amp; Key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System Architecture Highlights:</a:t>
            </a:r>
          </a:p>
          <a:p>
            <a:r>
              <a:t>• Package Structure: All sources under com.cth.app</a:t>
            </a:r>
          </a:p>
          <a:p>
            <a:r>
              <a:t>• Dynamic Configuration: Configurable Application Name, DB connection, Auth mode</a:t>
            </a:r>
          </a:p>
          <a:p>
            <a:r>
              <a:t>• Multi-DB Compatibility: Oracle, PostgreSQL, SQL Server, and H2 fallback</a:t>
            </a:r>
          </a:p>
          <a:p>
            <a:r>
              <a:t>• Security: Dual LDAP / Active Directory and Local DB with lock out &amp; expiration</a:t>
            </a:r>
          </a:p>
          <a:p>
            <a:r>
              <a:t>• Interactive API Docs: Integrated Swagger UI (/swagger-ui.html)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Functional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Core Functionality Overview:</a:t>
            </a:r>
          </a:p>
          <a:p>
            <a:r>
              <a:t>1. Real-time Dashboard: Automatic memory, load, and user metric polling</a:t>
            </a:r>
          </a:p>
          <a:p>
            <a:r>
              <a:t>2. User Maintenance: Account creation, lock/unlock toggle, password reset</a:t>
            </a:r>
          </a:p>
          <a:p>
            <a:r>
              <a:t>3. Database Explorer: Inspect tables, field types, sizes, and sample data</a:t>
            </a:r>
          </a:p>
          <a:p>
            <a:r>
              <a:t>4. Online Reports: Configurable SELECT queries with CSV export</a:t>
            </a:r>
          </a:p>
          <a:p>
            <a:r>
              <a:t>5. SMS/Email Notification Switch: Dynamic toggle for account registration MFA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Cross-Platform Execution &amp;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Windows &amp; Linux Packaging:</a:t>
            </a:r>
          </a:p>
          <a:p>
            <a:r>
              <a:t>• Build Package: build.bat (Windows) / ./build.sh (Linux)</a:t>
            </a:r>
          </a:p>
          <a:p>
            <a:r>
              <a:t>• Start Server: start.bat (Windows) / ./start.sh (Linux)</a:t>
            </a:r>
          </a:p>
          <a:p>
            <a:r>
              <a:t>• Stop Server: stop.bat (Windows) / ./stop.sh (Linux)</a:t>
            </a:r>
          </a:p>
          <a:p>
            <a:r>
              <a:t>• Database Scripts: schema-oracle.sql, schema-postgres.sql, schema-sqlserver.sql, schema-h2.sql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